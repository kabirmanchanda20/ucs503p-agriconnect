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AgriConnect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A34A"/>
                </a:solidFill>
                <a:latin typeface="Calibri"/>
              </a:rPr>
              <a:t>Week 1 Progress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Smart Farm-to-Market &amp; Crop Advisory Platform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Period: Mon 24 Aug → Mon 31 Aug 2026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Milestone: Lab — functional CRUD marketplace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Status: Green — lab acceptance criteria met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Team: Kabir Manchanda (1024030415) · Manbhav Kumar Terry (1024030427)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Course: UCS503P · TIET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1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Problem &amp; one-line pitch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Lab milestone goals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What we delivered this week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Stack &amp; architecture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Team split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Demo checklist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Next week (Prototype)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1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Problem &amp;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Why AgriConnect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Farmers lack a direct channel to buyers; buyers lack reliable sourcing from growers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Value leaks to opaque intermediary chains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Pitch: Direct market access and price transparency for farmers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Lab focus: production-shaped CRUD marketplace (not a throwaway demo)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1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Lab goals (Week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Faculty-facing Lab 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Auth + RBAC: Farmer / Buyer / Admin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Produce listings with photo uploads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Orders with inventory-safe quantity + state machine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Admin moderation, notifications, basic reports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Frontend talks only to Express — never to the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1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Delivered —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Kabir — Express / Prisma / Supabase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Monorepo + Express REST API under /api/v1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Prisma schema + migrations on Supabase PostgreSQL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JWT access + HttpOnly refresh cookies; Zod validation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Listings CRUD + Supabase Storage photos (1–5)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Order state machine: pending → accepted → confirmed → fulfilled / cancelled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Admin verify / suspend / moderate; notifications; reports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Password reset path; rate limits; ownership checks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1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Delivered —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Manbhav — Next.js App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Register / login / session refresh wiring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Marketplace browse + listing detail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Farmer listing create / edit / publish flow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Buyer order place + status views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Notifications UI + early landing / public profile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In-memory access token (no localStorage secrets)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1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Locked Lab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Frontend: Next.js (App Router) + TypeScript + Tailwind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Backend: Node.js + Express 5 + TypeScript (strict)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DB: PostgreSQL on Supabase via Prisma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Storage: Supabase Storage (service role on server only)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Auth: JWT access + refresh cookie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Validation: Zod on env + every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1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Demo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What faculty can see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Register farmer + buyer; login as seeded admin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Create draft listing → upload photos → publish active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Buyer places order; farmer accepts → confirms → fulfills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Admin suspends user / removes listing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Notifications appear on order events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Health: GET /health and /ready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1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Next week —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Deferred from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Real-time order chat (Socket.io)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Live mandi prices (Agmarknet / data.gov.in)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Logistics tracking + escrow-style payments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Buyer alerts + listing lifecycle jobs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Docker Compose + GitHub Actions CI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i18n (Hindi / Punjabi) and guest browse polish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