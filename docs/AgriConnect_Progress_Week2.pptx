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AgriConnect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A34A"/>
                </a:solidFill>
                <a:latin typeface="Calibri"/>
              </a:rPr>
              <a:t>Week 2 Progress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Smart Farm-to-Market &amp; Crop Advisory Platform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Period: Mon 31 Aug → Mon 7 Sep 2026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Milestone: Prototype — real-time, production-shaped system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Status: Green — Prototype demo-ready on backend_frontend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Team: Kabir Manchanda (1024030415) · Manbhav Kumar Terry (1024030427)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Course: UCS503P · TIET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2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Week 1 recap → Week 2 goals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Market intelligence (mandi)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Realtime chat, reviews, assistant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Logistics, payments stub, alerts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Docker + CI + i18n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Verification &amp; carry-over to Week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2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From Lab to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What changed 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Lab CRUD marketplace was complete (Week 1)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Prototype adds realtime, market data, packaging, and trust features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Goal: faculty-demoable production-shaped system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Status: Green — core Prototype slice committed (49a11f1 + CI fixes)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2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Market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Agmarknet / data.gov.in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Mandi prices service with latestOnly + ~90-day history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APIs: GET /market/prices, /prices/summary, compare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Frontend /market-prices page with resilient load UX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Haryana Potato / Onion demo rows when feed has arrivals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Listing-vs-mandi compare badge on marketplace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2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Realtime &amp;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Chat, reviews, Kisan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Order-scoped chat (REST + Socket.io) + typing indicators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Reviews after fulfilled orders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Kisan AI assistant backend + UI wiring (Gemini when keyed)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Order timeline component for status history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Guest browse + landing polish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2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Ops &amp; extras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Logistics, payments stub, alerts,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PATCH /orders/:id/logistics checkpoints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Escrow-style payment stub (hold / confirm mock)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Buyer produce alerts (/buyer/alerts)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Listing expiry warnings + auto-expire jobs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V2 schema migration + demo seed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2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Docker, CI, i18n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Production-shaped packaging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docker-compose.yml + Dockerfiles for postgres / API / web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GitHub Actions CI: typecheck, lint, tests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Hindi / Punjabi (en/hi/pa) language switcher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Register required fields: phone, state, district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Localize screens end-to-end; locale cookie → &lt;html lang&gt;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2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Evidence before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Backend Vitest green (43/43 at Week 2 close)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Frontend build + i18n parity checks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API_ENDPOINTS.md catalog for boss review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Remote: origin/backend_frontend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2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Carry into Week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Still uncommitted / finishing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In-app voice calls (WebRTC)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Payment methods + real Razorpay escrow / webhook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Anti-bypass contact guard beyond chat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Expand to 13 Indian locales + frontend test layer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Faculty Prototype demo from master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