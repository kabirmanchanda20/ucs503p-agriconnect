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AgriConnect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A34A"/>
                </a:solidFill>
                <a:latin typeface="Calibri"/>
              </a:rPr>
              <a:t>Week 3 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Smart Farm-to-Market &amp; Crop Advisory Platform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Period: Mon 7 Sep → Mon 14 Sep 2026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Milestone: Prototype close-out + Capstone start (Grounded Kisan)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Status: Green — Capstone Grounded Kisan shipping to master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Team: Kabir Manchanda (1024030415) · Manbhav Kumar Terry (1024030427)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D4C4"/>
                </a:solidFill>
                <a:latin typeface="Calibri"/>
              </a:rPr>
              <a:t>Course: UCS503P · TIET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3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Week overview &amp; phase snapshot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Prototype hardening shipped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Capstone: Grounded Kisan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i18n + tests + proposal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Risks &amp; backlog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Next week / faculty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3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Phase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Lab → Prototype → Capstone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Lab: Complete (Week 1) — CRUD marketplace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Prototype: Complete (Week 2–3) — realtime, payments, calls, 13 locales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Capstone: In progress — Grounded Kisan RAG + agronomist + weather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Focus: faculty demo from master; then Capstone polish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3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Prototype hardening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Shipped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Payments: UPI / card / netbanking / COD; Razorpay verify + signed webhook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Contact guard on chat, order notes, listing description/variety/village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In-app voice calls (WebRTC + Socket.io); 45s ring timeout; smoke 13/13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Edge hardening: 413 mapping, webhook checkout match, socket token refresh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Natural orders list: active statuses above cancelled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Pushed backend_frontend → merged master (local: 138 backend / 128 frontend tests)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3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Capstone — Grounded Kisan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PRD §8.2 advisory platform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Same Kisan widget; curated knowledge pack + cite / refuse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AGRONOMIST role + AdvisoryEscalation queue for high-stakes asks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Profile weather + 5-day forecast (OpenWeather)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Faster talk: pinned TTS model; short speak clips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Offline eval: eval:grounded 30/30 on curated pack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3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Product &amp; 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Also this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13-locale UI: 477 keys × 13; Vitest parity / width / no-hardcoded-strings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Header RTL + Noto webfonts for Indic scripts / Urdu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project-proposal/ on master (PDF + LaTeX; submitted to Mr. Hardik)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UCS503 faculty docs skeleton: index, requirements, architecture, testing, evaluation,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3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Risks &amp; backlog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Honest remaining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Native-speaker pass on machine-translated locales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TURN server for calls behind strict NATs (STUN only today)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Farmer payouts / settlement (escrow hold/refund done; payout not)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Contact blocking on review comments (last free-text gap)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Razorpay webhook tunnel needed for full local webhook demos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Capstone backlog: ML price prediction, crop disease CV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3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Faculty demo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Suggested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1. Landing → marketplace browse → mandi prices (Haryana Potato/Onion/Tomato)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2. Place order → chat → voice call (no phone exchange)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3. Payment method + escrow confirm path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4. Farmer Kisan: grounded answer with citations; refuse / escalate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5. Switch language; show admin moderate briefly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3F4A3C"/>
                </a:solidFill>
                <a:latin typeface="Calibri"/>
              </a:rPr>
              <a:t>AgriConnect  ·  UCS503P  ·  Week 3  ·  Kabir Manchanda &amp; Manbhav Kumar Terry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A12"/>
                </a:solidFill>
                <a:latin typeface="Calibri"/>
              </a:rPr>
              <a:t>Next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F4A3C"/>
                </a:solidFill>
                <a:latin typeface="Calibri"/>
              </a:rPr>
              <a:t>Week 4 outlook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Faculty Prototype + Grounded Kisan demo from master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Optional: TURN for calls; farmer payout settlement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Optional: expand grounded-eval; native locale pass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1A12"/>
                </a:solidFill>
                <a:latin typeface="Calibri"/>
              </a:rPr>
              <a:t>•  Capstone: ML price / crop CV remain backlog unless prioritized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